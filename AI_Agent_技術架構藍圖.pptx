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 snapToObjects="1">
      <p:cViewPr>
        <p:scale>
          <a:sx n="130" d="100"/>
          <a:sy n="130" d="100"/>
        </p:scale>
        <p:origin x="144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493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AI Agent 企業智能化技術架構藍圖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82130"/>
            <a:ext cx="7315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一頁式技術素養指南</a:t>
            </a:r>
            <a:r>
              <a:rPr dirty="0"/>
              <a:t xml:space="preserve">  |  </a:t>
            </a:r>
            <a:r>
              <a:rPr dirty="0" err="1"/>
              <a:t>雙軌並行</a:t>
            </a:r>
            <a:r>
              <a:rPr dirty="0"/>
              <a:t xml:space="preserve"> × MVP </a:t>
            </a:r>
            <a:r>
              <a:rPr dirty="0" err="1"/>
              <a:t>快速驗證</a:t>
            </a:r>
            <a:r>
              <a:rPr dirty="0"/>
              <a:t xml:space="preserve"> × 12 </a:t>
            </a:r>
            <a:r>
              <a:rPr dirty="0" err="1"/>
              <a:t>個月落地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802170"/>
            <a:ext cx="11064240" cy="1905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076490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7649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964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2221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OpenClaw 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225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開源 AI Agent 開發框架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4964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開源自主 AI 代理框架。透過 WhatsApp/Slack 等即時通訊操作，</a:t>
            </a:r>
            <a:br/>
            <a:r>
              <a:t>支援排程任務、多 Agent 協作、13,700+ 技能插件生態系。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14234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M6→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3458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1963458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03661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0917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AI Agent 智能代理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2921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自主任務規劃與執行引擎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3661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從「回答問題」進化到「完成任務」。自主規劃→調用工具→</a:t>
            </a:r>
            <a:br/>
            <a:r>
              <a:t>執行任務→回報結果。改變人機協作的根本模式。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201202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M0 POC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50426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850426"/>
            <a:ext cx="54864" cy="7772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92357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89614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MCP 模型上下文協議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1618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AI 與工具的統一連接標準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92357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Anthropic 發起的開放標準（已捐贈 Linux 基金會）。</a:t>
            </a:r>
            <a:br/>
            <a:r>
              <a:t>97M+ 月下載、10,000+ 伺服器。AI 界的「USB 接口」。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08817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M3→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37394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737394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81054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78311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數據中台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10315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企業數據整合・治理・服務平台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1054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統一數據標準、打破資訊孤島、建立數據資產目錄。</a:t>
            </a:r>
            <a:br/>
            <a:r>
              <a:t>為 AI 提供高品質、可信賴的數據基礎。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975138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M3 MVP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24362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624362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69751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67008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企業應用系統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99012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ERP・CRM・SCM・MES・HR 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69751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現有業務系統是數據的生產者與消費者。</a:t>
            </a:r>
            <a:br/>
            <a:r>
              <a:t>需盤點、標準化 API，為數據中台及 AI 接入做準備。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4862106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M0 盤點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511330"/>
            <a:ext cx="7863840" cy="7772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5511330"/>
            <a:ext cx="54864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58448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55705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資料庫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87709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關聯式・NoSQL・向量・時序資料庫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58448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JhengHei"/>
              </a:defRPr>
            </a:pPr>
            <a:r>
              <a:t>企業數據的根基。需確保資料品質、安全性、備份機制，</a:t>
            </a:r>
            <a:br/>
            <a:r>
              <a:t>並因應 AI 需求引入向量資料庫支援語意搜尋。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5749074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Microsoft JhengHei"/>
              </a:rPr>
              <a:t xml:space="preserve">M0 </a:t>
            </a:r>
            <a:r>
              <a:rPr sz="900" b="1" dirty="0" err="1">
                <a:solidFill>
                  <a:srgbClr val="FFFFFF"/>
                </a:solidFill>
                <a:latin typeface="Microsoft JhengHei"/>
              </a:rPr>
              <a:t>盤點</a:t>
            </a:r>
            <a:endParaRPr sz="9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7" name="Isosceles Triangle 46"/>
          <p:cNvSpPr/>
          <p:nvPr/>
        </p:nvSpPr>
        <p:spPr>
          <a:xfrm rot="10800000">
            <a:off x="4206240" y="1835442"/>
            <a:ext cx="228600" cy="128016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4206240" y="2722410"/>
            <a:ext cx="228600" cy="128016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Isosceles Triangle 48"/>
          <p:cNvSpPr/>
          <p:nvPr/>
        </p:nvSpPr>
        <p:spPr>
          <a:xfrm rot="10800000">
            <a:off x="4206240" y="3609378"/>
            <a:ext cx="228600" cy="128016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sosceles Triangle 49"/>
          <p:cNvSpPr/>
          <p:nvPr/>
        </p:nvSpPr>
        <p:spPr>
          <a:xfrm rot="10800000">
            <a:off x="4206240" y="4496346"/>
            <a:ext cx="228600" cy="128016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sosceles Triangle 50"/>
          <p:cNvSpPr/>
          <p:nvPr/>
        </p:nvSpPr>
        <p:spPr>
          <a:xfrm rot="10800000">
            <a:off x="4206240" y="5383314"/>
            <a:ext cx="228600" cy="128016"/>
          </a:xfrm>
          <a:prstGeom prst="triangle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107649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🚀 加速導入路徑（12 個月）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1533690"/>
            <a:ext cx="3200400" cy="1143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796528" y="1643418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20" y="160684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雙軌啟動＋素養工作坊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162513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Calibri"/>
              </a:defRPr>
            </a:pPr>
            <a:r>
              <a:t>Month 0-3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1945170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rPr lang="en-US" dirty="0"/>
              <a:t xml:space="preserve">A </a:t>
            </a:r>
            <a:r>
              <a:rPr dirty="0" err="1"/>
              <a:t>軌：AI</a:t>
            </a:r>
            <a:r>
              <a:rPr dirty="0"/>
              <a:t xml:space="preserve"> </a:t>
            </a:r>
            <a:r>
              <a:rPr dirty="0" err="1"/>
              <a:t>素養工作坊（高階→全員</a:t>
            </a:r>
            <a:r>
              <a:rPr dirty="0"/>
              <a:t>）</a:t>
            </a:r>
            <a:br>
              <a:rPr dirty="0"/>
            </a:br>
            <a:r>
              <a:rPr lang="en-US" dirty="0"/>
              <a:t>B</a:t>
            </a:r>
            <a:r>
              <a:rPr dirty="0"/>
              <a:t xml:space="preserve"> </a:t>
            </a:r>
            <a:r>
              <a:rPr dirty="0" err="1"/>
              <a:t>軌：數據盤點＋資料清洗</a:t>
            </a:r>
            <a:br>
              <a:rPr dirty="0"/>
            </a:br>
            <a:r>
              <a:rPr lang="en-US" dirty="0"/>
              <a:t>C</a:t>
            </a:r>
            <a:r>
              <a:rPr dirty="0"/>
              <a:t xml:space="preserve"> </a:t>
            </a:r>
            <a:r>
              <a:rPr dirty="0" err="1"/>
              <a:t>軌：選</a:t>
            </a:r>
            <a:r>
              <a:rPr dirty="0"/>
              <a:t xml:space="preserve"> 1 </a:t>
            </a:r>
            <a:r>
              <a:rPr dirty="0" err="1"/>
              <a:t>場景跑</a:t>
            </a:r>
            <a:r>
              <a:rPr dirty="0"/>
              <a:t xml:space="preserve"> AI Agent POC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0" y="2786418"/>
            <a:ext cx="3200400" cy="1143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796528" y="289614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20" y="285957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MVP 整合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287785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Month 3-6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19789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• 數據中台 MVP（核心數據先行）</a:t>
            </a:r>
            <a:br/>
            <a:r>
              <a:t>• MCP 接口串接 POC 場景</a:t>
            </a:r>
            <a:br/>
            <a:r>
              <a:t>• 驗證 AI ↔ 系統端到端可行性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4039146"/>
            <a:ext cx="3200400" cy="11430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38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796528" y="4148874"/>
            <a:ext cx="320040" cy="32004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20" y="411229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場景擴展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413058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82F6"/>
                </a:solidFill>
                <a:latin typeface="Calibri"/>
              </a:defRPr>
            </a:pPr>
            <a:r>
              <a:t>Month 6-9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3960" y="4450626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• 複製成功 POC 到 3-5 場景</a:t>
            </a:r>
            <a:br/>
            <a:r>
              <a:t>• 數據中台覆蓋擴大</a:t>
            </a:r>
            <a:br/>
            <a:r>
              <a:t>• 建立 AI 治理與安全規範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0" y="5291874"/>
            <a:ext cx="3200400" cy="996696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796528" y="540160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36502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規模化營運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538331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Month 9-12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3960" y="5703354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• 全面部署 OpenClaw / 自建框架</a:t>
            </a:r>
            <a:br/>
            <a:r>
              <a:t>• 多 Agent 協作與自動化流程</a:t>
            </a:r>
            <a:br/>
            <a:r>
              <a:t>• 持續優化 ROI 與擴展應用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400800"/>
            <a:ext cx="3474720" cy="4114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6419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Microsoft JhengHei"/>
              </a:defRPr>
            </a:pPr>
            <a:r>
              <a:t>💡 核心思維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64190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不等數據完美才啟動 AI，</a:t>
            </a:r>
            <a:br/>
            <a:r>
              <a:t>用 MVP + POC 雙軌並行加速驗證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43400" y="6400800"/>
            <a:ext cx="3474720" cy="4114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34840" y="6419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Microsoft JhengHei"/>
              </a:defRPr>
            </a:pPr>
            <a:r>
              <a:t>⚡ 加速原則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23560" y="64190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選最痛的 1 個場景先 POC，</a:t>
            </a:r>
            <a:br/>
            <a:r>
              <a:t>12 個月內從驗證走到規模化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6400800"/>
            <a:ext cx="3474720" cy="411480"/>
          </a:xfrm>
          <a:prstGeom prst="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0" y="6419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Microsoft JhengHei"/>
              </a:defRPr>
            </a:pPr>
            <a:r>
              <a:t>🎯 成功關鍵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0" y="64190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JhengHei"/>
              </a:defRPr>
            </a:pPr>
            <a:r>
              <a:t>數據治理與 AI 實驗同步推進，</a:t>
            </a:r>
            <a:br/>
            <a:r>
              <a:t>邊做邊學、快速迭代優於完美規劃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295</Words>
  <Application>Microsoft Macintosh PowerPoint</Application>
  <PresentationFormat>寬螢幕</PresentationFormat>
  <Paragraphs>55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</vt:lpstr>
      <vt:lpstr>Arial</vt:lpstr>
      <vt:lpstr>Calibri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志輝 柯</cp:lastModifiedBy>
  <cp:revision>4</cp:revision>
  <dcterms:created xsi:type="dcterms:W3CDTF">2013-01-27T09:14:16Z</dcterms:created>
  <dcterms:modified xsi:type="dcterms:W3CDTF">2026-03-16T04:19:33Z</dcterms:modified>
  <cp:category/>
</cp:coreProperties>
</file>