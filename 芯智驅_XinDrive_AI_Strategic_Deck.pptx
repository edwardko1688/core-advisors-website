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Microsoft JhengHei"/>
              </a:rPr>
              <a:t>芯智驅</a:t>
            </a:r>
            <a:r>
              <a:rPr sz="3600" b="0">
                <a:solidFill>
                  <a:srgbClr val="00B4D8"/>
                </a:solidFill>
                <a:latin typeface="Calibri"/>
              </a:rPr>
              <a:t>  XinDrive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CADCFC"/>
                </a:solidFill>
                <a:latin typeface="Microsoft JhengHei"/>
              </a:defRPr>
            </a:pPr>
            <a:r>
              <a:t>不忘初心，AI倍增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94A3B8"/>
                </a:solidFill>
                <a:latin typeface="Microsoft JhengHei"/>
              </a:defRPr>
            </a:pPr>
            <a:r>
              <a:t>IC 產業唯一 AI 驅動的培訓・陪跑・業績倍增平台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011680"/>
            <a:ext cx="27432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01168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214884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驅・知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5603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3291840"/>
            <a:ext cx="27432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3291840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34290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驅・伴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40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Coach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4572000"/>
            <a:ext cx="27432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457200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7091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驅・效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1206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Strategic Overview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4A5568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IC 通路產業正面臨 AI 轉型的關鍵時刻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51460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$580B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IC 通路全球市場規模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2025 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737360"/>
            <a:ext cx="251460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企業認為人才是最大瓶頸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調查結果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737360"/>
            <a:ext cx="251460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系統化培訓的業績提升倍數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實證數據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737360"/>
            <a:ext cx="251460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92024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606040"/>
            <a:ext cx="2148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目前採用 AI 輔助培訓的通路商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971800"/>
            <a:ext cx="2148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市場機會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69080"/>
            <a:ext cx="9875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 芯智驅定位為 IC 產業第一個「培訓→陪跑→業績倍增」的 AI 管理平台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9875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 以創辦人 30 年 IC 通路實戰經驗為核心知識資產，結合 AI Agent 技術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74920"/>
            <a:ext cx="9875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 三大支柱——驅・知（培訓）、驅・伴（陪跑）、驅・效（業績）形成完整閉環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77840"/>
            <a:ext cx="9875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▸  目標：讓每一位 IC 通路人都有世界級戰力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SITUATION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IC 通路產業面臨三大結構性挑戰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E293B"/>
                </a:solidFill>
                <a:latin typeface="Microsoft JhengHei"/>
              </a:defRPr>
            </a:pPr>
            <a:r>
              <a:t>人才斷層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知識管理 (KM) 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資深業務退休，經驗無法傳承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新人需 2-3 年才能獨立作戰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培訓體系不系統，多靠師徒制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6596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E293B"/>
                </a:solidFill>
                <a:latin typeface="Microsoft JhengHei"/>
              </a:defRPr>
            </a:pPr>
            <a:r>
              <a:t>效率低落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銷售方法論不普及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8036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缺乏 MEDDIC / SPIN 等方法論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客戶拜訪「憑感覺」，無標準流程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06908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團隊無法複製 Top Sales 的成功模式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965960"/>
            <a:ext cx="548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E293B"/>
                </a:solidFill>
                <a:latin typeface="Microsoft JhengHei"/>
              </a:defRPr>
            </a:pPr>
            <a:r>
              <a:t>AI 焦慮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2860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數位轉型障礙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8036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知道 AI 重要，不知如何落地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7472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工具碎片化，無統一管理平台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69080"/>
            <a:ext cx="2834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→  缺乏 IC 產業專屬的 AI 解決方案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6080760"/>
            <a:ext cx="98755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核心洞察：IC 通路產業需要一個整合「知識管理 + AI 教練 + 業績追蹤」的一站式平台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三大支柱構成完整業績倍增引擎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65960"/>
            <a:ext cx="822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8229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驅・知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834640"/>
            <a:ext cx="292608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KM 知識管理系統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業務/採購/供應鏈實務課程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技能評量與學習路徑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3479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世界級方法論教材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65960"/>
            <a:ext cx="822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965960"/>
            <a:ext cx="8229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陪跑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92024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驅・伴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4231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Coach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834640"/>
            <a:ext cx="292608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AI Agent 1對1教練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7033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GROW / MEDDIC 實戰陪跑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434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角色扮演模擬練習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983479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能力評估與成長追蹤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1965960"/>
            <a:ext cx="8229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965960"/>
            <a:ext cx="82296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倍增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92024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驅・效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231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XinDrive 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834640"/>
            <a:ext cx="292608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0632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客戶管理 (CRM)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033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商機 Pipeline 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434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業績目標與 KPI 追蹤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83479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CADCFC"/>
                </a:solidFill>
                <a:latin typeface="Microsoft JhengHei"/>
              </a:defRPr>
            </a:pPr>
            <a:r>
              <a:t>●  報表分析與洞察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4747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34747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培訓 → 陪跑 → 業績倍增：三階段遞進模型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91640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822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1-3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建立知識基礎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需求診斷與能力評估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客製化課程規劃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方法論學習（MEDDIC/SPIN）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線上 + 實體混合培訓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166360"/>
            <a:ext cx="310896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28346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2563EB"/>
                </a:solidFill>
                <a:latin typeface="Microsoft JhengHei"/>
              </a:defRPr>
            </a:pPr>
            <a:r>
              <a:t>課程授權</a:t>
            </a:r>
            <a:br/>
            <a:r>
              <a:t>$3,000-8,000/人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5448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554480"/>
            <a:ext cx="33832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9659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陪跑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1691640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691640"/>
            <a:ext cx="822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3-6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實戰能力養成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1對1 AI 教練配對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實際案例陪跑輔導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2336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角色扮演與模擬練習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每週進度追蹤與回饋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5166360"/>
            <a:ext cx="310896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5212080"/>
            <a:ext cx="28346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10B981"/>
                </a:solidFill>
                <a:latin typeface="Microsoft JhengHei"/>
              </a:defRPr>
            </a:pPr>
            <a:r>
              <a:t>教練服務</a:t>
            </a:r>
            <a:br/>
            <a:r>
              <a:t>$5,000-15,000/月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155448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1554480"/>
            <a:ext cx="33832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645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9659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倍增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1691640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1691640"/>
            <a:ext cx="822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6-12 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56032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業績持續成長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0175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業績目標設定與追蹤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5204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CRM 系統整合使用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02336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KPI 儀表板與分析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52628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持續優化與複製成功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5166360"/>
            <a:ext cx="310896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212080"/>
            <a:ext cx="28346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平台訂閱</a:t>
            </a:r>
            <a:br/>
            <a:r>
              <a:t>$2,000-5,000/月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200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CBD5E1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3200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CBD5E1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芯智驅管理平台——技術架構與功能矩陣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技術架構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475488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2316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Pure Vanilla JS SPA（零外部依賴）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後端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1752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Supabase — PostgreSQL + Auth +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認證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1188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JWT Token + Row Level Security (RLS)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資料庫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0624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17 張關聯式資料表、完整索引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0060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GitHub Pages / 靜態伺服器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188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B4D8"/>
                </a:solidFill>
                <a:latin typeface="Microsoft JhengHei"/>
              </a:defRPr>
            </a:pPr>
            <a:r>
              <a:t>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394960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Demo 離線模式 ↔ 正式雲端模式切換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功能矩陣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194560"/>
            <a:ext cx="457200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23317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3317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驅・知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79191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課程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916935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學習進度追蹤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54679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技能雷達圖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611879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611879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驅・伴 COACH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95935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陪跑計畫管理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197096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Session 記錄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43484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能力評估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920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8920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驅・效 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239512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CRM 客戶管理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477255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Pipeline Kanban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71500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✓  業績目標追蹤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目標市場：台灣 IC 通路產業生態系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783080"/>
            <a:ext cx="64008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640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37360"/>
            <a:ext cx="1828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488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全球 IC 通路培訓市場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3774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全球半導體通路商人才發展支出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154679"/>
            <a:ext cx="64008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4679"/>
            <a:ext cx="640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108960"/>
            <a:ext cx="1828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$3.2B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520439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亞太 IC 通路培訓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49039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台灣+中國+東南亞通路商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0292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731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526280"/>
            <a:ext cx="64008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640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80559"/>
            <a:ext cx="1828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$2M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920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台灣市場首年目標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120640"/>
            <a:ext cx="3474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前 50 大通路商 × 平均合約金額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目標客戶分層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94560"/>
            <a:ext cx="4572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242316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4231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Tier 1  大型通路商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69747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大聯大、文曄、富昌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88036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59E0B"/>
                </a:solidFill>
                <a:latin typeface="Microsoft JhengHei"/>
              </a:defRPr>
            </a:pPr>
            <a:r>
              <a:t>企業級客製方案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5146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5-10 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291839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291839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Tier 2  中型通路商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56615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世平、品佳、詮鼎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749039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2563EB"/>
                </a:solidFill>
                <a:latin typeface="Microsoft JhengHei"/>
              </a:defRPr>
            </a:pPr>
            <a:r>
              <a:t>標準培訓 + 陪跑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383279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2563EB"/>
                </a:solidFill>
                <a:latin typeface="Microsoft JhengHei"/>
              </a:defRPr>
            </a:pPr>
            <a:r>
              <a:t>20-30 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1605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41605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Tier 3  新興/專業通路商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43484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IoT、車用電子專門通路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61772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0B981"/>
                </a:solidFill>
                <a:latin typeface="Microsoft JhengHei"/>
              </a:defRPr>
            </a:pPr>
            <a:r>
              <a:t>線上課程 + 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4251959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50+ 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50292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02920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E293B"/>
                </a:solidFill>
                <a:latin typeface="Microsoft JhengHei"/>
              </a:defRPr>
            </a:pPr>
            <a:r>
              <a:t>IC 原廠  業務團隊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30352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TI、ADI、NXP 台灣團隊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486400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00B4D8"/>
                </a:solidFill>
                <a:latin typeface="Microsoft JhengHei"/>
              </a:defRPr>
            </a:pPr>
            <a:r>
              <a:t>方法論培訓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1206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1">
                <a:solidFill>
                  <a:srgbClr val="00B4D8"/>
                </a:solidFill>
                <a:latin typeface="Microsoft JhengHei"/>
              </a:defRPr>
            </a:pPr>
            <a:r>
              <a:t>10-15 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四大競爭壁壘：為什麼是芯智驅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30 年</a:t>
            </a:r>
            <a:br/>
            <a:r>
              <a:t>實戰經驗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創辦人 IC 通路產業深耕三十年</a:t>
            </a:r>
            <a:br/>
            <a:r>
              <a:t>的實戰智慧，非學術理論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25603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87451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AI</a:t>
            </a:r>
            <a:br/>
            <a:r>
              <a:t>原生架構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9184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從第一天就以 AI Agent 為核心</a:t>
            </a:r>
            <a:br/>
            <a:r>
              <a:t>設計，非傳統系統加 AI 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5603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三階段</a:t>
            </a:r>
            <a:br/>
            <a:r>
              <a:t>閉環模型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培訓→陪跑→業績倍增的完整</a:t>
            </a:r>
            <a:br/>
            <a:r>
              <a:t>閉環，非單點解決方案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25603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87451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377440"/>
            <a:ext cx="2194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產業</a:t>
            </a:r>
            <a:br/>
            <a:r>
              <a:t>專屬設計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IC 通路專屬場景（Design-in、</a:t>
            </a:r>
            <a:br/>
            <a:r>
              <a:t>BOM、代理權），非通用 SaaS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競爭比較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92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017520" y="53492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B4D8"/>
                </a:solidFill>
                <a:latin typeface="Calibri"/>
              </a:defRPr>
            </a:pPr>
            <a:r>
              <a:t>芯智驅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492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通用 CRM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3492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管顧公司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3492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線上學習平台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9612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IC 產業專屬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59612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00B4D8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59612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59612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59E0B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59612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8521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AI 教練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8521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00B4D8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8521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8521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8521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59E0B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1081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業績追蹤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61081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00B4D8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61081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10B981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61081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6108192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12 個月實施路線圖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190195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9144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974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MVP 上線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15468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管理平台 Demo 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首批 3 門核心課程上線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2-3 家 Beta 客戶導入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7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Supabase 後端部署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190195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39" y="246888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39" y="246888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599" y="2697480"/>
            <a:ext cx="9144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2697480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26974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市場驗證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99" y="315468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9" y="333756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AI Agent 教練功能上線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99" y="38862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陪跑計畫首批執行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599" y="443484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5-8 家付費客戶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99" y="498347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收集回饋與迭代</a:t>
            </a:r>
          </a:p>
        </p:txBody>
      </p:sp>
      <p:sp>
        <p:nvSpPr>
          <p:cNvPr id="28" name="Oval 27"/>
          <p:cNvSpPr/>
          <p:nvPr/>
        </p:nvSpPr>
        <p:spPr>
          <a:xfrm>
            <a:off x="7406640" y="190195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46888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246888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2697480"/>
            <a:ext cx="9144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697480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6974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規模擴展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15468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33756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完整 CRM/Pipeline 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862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10-15 家穩定客戶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43484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月經常性收入 &gt; $50K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98347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第二批課程上線</a:t>
            </a:r>
          </a:p>
        </p:txBody>
      </p:sp>
      <p:sp>
        <p:nvSpPr>
          <p:cNvPr id="39" name="Oval 38"/>
          <p:cNvSpPr/>
          <p:nvPr/>
        </p:nvSpPr>
        <p:spPr>
          <a:xfrm>
            <a:off x="10195559" y="1901952"/>
            <a:ext cx="201168" cy="20116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8280" y="246888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468880"/>
            <a:ext cx="2514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2697480"/>
            <a:ext cx="9144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697480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69748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生態建立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315468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33756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API 開放合作夥伴接入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8862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認證體系建立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43484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海外市場探索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98347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融資或策略合作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Microsoft JhengHei"/>
              </a:defRPr>
            </a:pPr>
            <a:r>
              <a:t>芯智驅 XinDrive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CADCFC"/>
                </a:solidFill>
                <a:latin typeface="Microsoft JhengHei"/>
              </a:defRPr>
            </a:pPr>
            <a:r>
              <a:t>讓每一位 IC 通路人都有世界級戰力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301752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3017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8404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免費體驗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976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立即登入 Demo</a:t>
            </a:r>
            <a:br/>
            <a:r>
              <a:t>體驗完整平台功能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657600"/>
            <a:ext cx="301752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3657600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38404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企業諮詢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976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30 分鐘免費諮詢</a:t>
            </a:r>
            <a:br/>
            <a:r>
              <a:t>客製化解決方案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657600"/>
            <a:ext cx="301752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657600"/>
            <a:ext cx="3017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38404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合作洽談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2976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4A3B8"/>
                </a:solidFill>
                <a:latin typeface="Microsoft JhengHei"/>
              </a:defRPr>
            </a:pPr>
            <a:r>
              <a:t>戰略合作/投資</a:t>
            </a:r>
            <a:br/>
            <a:r>
              <a:t>共建 IC 通路生態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5394960"/>
            <a:ext cx="6675120" cy="9144"/>
          </a:xfrm>
          <a:prstGeom prst="rect">
            <a:avLst/>
          </a:prstGeom>
          <a:solidFill>
            <a:srgbClr val="3B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Edward Ko  |  edwardko1688@gmail.com  |  芯智驅 XinDrive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A5568"/>
                </a:solidFill>
                <a:latin typeface="Calibri"/>
              </a:defRPr>
            </a:pPr>
            <a:r>
              <a:t>不忘初心，AI倍增  |  From IC Knowledge to Results — Powered by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